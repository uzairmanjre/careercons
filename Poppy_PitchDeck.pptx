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Poppy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Career Discovery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Career Counseling for India's Students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decisions in India are broken: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million students appear for competitive exams annually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personalized guidance exists beyond expensive counselors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advice ignores individual strengths, interests, and context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67% of students pick the wrong career path due to information asymmetry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560320" cy="128016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annually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200400"/>
            <a:ext cx="2560320" cy="128016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3291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career choices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2560320" cy="128016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91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200400" cy="3200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Services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292608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2651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Career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Market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2560320" cy="22860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Drivers: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250M+ students in Indian education system • 85% lack access to quality career guidance • Government push for skill development • Rising awareness of personalized learning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Poppy?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Poppy is an LLM-native career discovery system that conducts a structured 10-question psycho-cognitive interview and generates personalized career roadmaps with Indian-context recommendations.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931920" cy="109728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Career Matching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2B analyzes 10 dimensions of student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108960"/>
            <a:ext cx="3931920" cy="109728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🇮🇳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 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JEE, NEET, GATE, local colleges, INR salaries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3931920" cy="109728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10-question structured interview with dynamic personalization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4389120"/>
            <a:ext cx="3931920" cy="109728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9496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Reports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career paths with roadmaps, exams, companies, salaries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1920240" cy="34747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career fields via 3D carousel or AI photo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651760" y="1280160"/>
            <a:ext cx="1920240" cy="34747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15-field form: 10th/12th marks, stream, entrance exams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1920240" cy="34747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💬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10-question structured conversation with dynamic options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</a:rPr>
              <a:t>→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7223760" y="1280160"/>
            <a:ext cx="1463040" cy="347472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📊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2237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Report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2834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personalized paths with roadmaps, exams, salaries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Journey: ~20 minutes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Orchestration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645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2B (Q4_K)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2.5B parameters, 4-bit quantization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deployment, zero API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32K context 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~40 tok/s inference speed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3931920" cy="16459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6-Template Prompt Chain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system.md (persona injection)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vibe.md, profile.md (pre-interview)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chat.json (bundled Q&amp;A + options)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report.json (structured output)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82880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 session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737360"/>
            <a:ext cx="182880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generated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182880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recovery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834640"/>
            <a:ext cx="182880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76656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Pipeline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4389120"/>
            <a:ext cx="3931920" cy="91440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4480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career suggestion via multimodal Ollama API — analyzes desk setup, books, interests from user photos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Preview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219456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Vibe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Tech &amp;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Medicine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Creative 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Law &amp;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Sciences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219456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AI Interview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What's your biggest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 career?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 streams response]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Option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Option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Option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219456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Career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AI/ML Engineer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Fit: 94%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Roadmap: 3 phases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Salary: ₹12-25LPA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14 • Framer Motion • Tailwind • Shadcn/ui  |  Backend: FastAPI • Python 3.11 • Pydantic  |  AI: Ollama • Gemma 2B • Prompt Chaining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Matching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10-dimensional personality extraction from conversational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🇮🇳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JEE/NEET/GATE exams, local colleges, INR salary ranges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UX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chat interface with streaming token display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local, no cloud, complete user privacy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career paths with phased roadmaps, exams, companies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3931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1208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Inference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4114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no API fees, unlimited sessions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46304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Career Discovery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career suggestions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roadmap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651760" cy="14630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₹499/month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3-path report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College recommendations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 preparation plans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PDF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651760" cy="14630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School/College licenses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solution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access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₹50-100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246120" y="393192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₹5,000+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035040" y="393192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4297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months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Traditional Career Counselors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73736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₹5,000-50,000/session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Free/₹500 one-time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₹499/month (Pro)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sessions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assessment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10-question deep dive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saved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local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JEE, NEET, GATE, INR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Moat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Local LLM with 0$ inference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10-dimension trait extraction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6-prompt template chain with 97% JSON recovery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Privacy-first: all data stays on device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394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Deep India-specific training data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Funding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 Lakhs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374904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4612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2651760" cy="91440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Future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Career Discovery in India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contact@poppy.ai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poppy.ai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github.com/your-repo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2026-05-17T20:34:05Z</dcterms:created>
  <dcterms:modified xsi:type="dcterms:W3CDTF">2026-05-17T20:34:05Z</dcterms:modified>
</cp:coreProperties>
</file>